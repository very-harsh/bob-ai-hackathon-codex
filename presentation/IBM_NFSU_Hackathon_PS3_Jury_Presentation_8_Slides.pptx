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128016" cy="4480560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9452396" cy="18004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AI-BASED CRIME SCENE EVIDENCE PRIORITIZATION</a:t>
            </a:r>
          </a:p>
          <a:p>
            <a:pPr>
              <a:spcBef>
                <a:spcPts val="1000"/>
              </a:spcBef>
              <a:defRPr sz="2000">
                <a:solidFill>
                  <a:srgbClr val="DCE6F0"/>
                </a:solidFill>
                <a:latin typeface="Aptos"/>
              </a:defRPr>
            </a:pPr>
            <a:r>
              <a:rPr dirty="0"/>
              <a:t>IBM × NFSU AI Hackathon</a:t>
            </a:r>
          </a:p>
          <a:p>
            <a:pPr>
              <a:spcBef>
                <a:spcPts val="1000"/>
              </a:spcBef>
              <a:defRPr sz="1700">
                <a:solidFill>
                  <a:srgbClr val="DCE6F0"/>
                </a:solidFill>
                <a:latin typeface="Aptos"/>
              </a:defRPr>
            </a:pPr>
            <a:r>
              <a:rPr dirty="0"/>
              <a:t>Problem Statement 03</a:t>
            </a:r>
          </a:p>
          <a:p>
            <a:pPr>
              <a:spcBef>
                <a:spcPts val="1000"/>
              </a:spcBef>
              <a:defRPr sz="1700">
                <a:solidFill>
                  <a:srgbClr val="DCE6F0"/>
                </a:solidFill>
                <a:latin typeface="Aptos"/>
              </a:defRPr>
            </a:pPr>
            <a:r>
              <a:rPr dirty="0"/>
              <a:t>Team: </a:t>
            </a:r>
            <a:r>
              <a:rPr lang="en-IN" dirty="0"/>
              <a:t>CodeX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60120" y="50749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AI-assisted forensic evidence 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E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Crime scenes can contain many different evidence items.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Investigators need to decide which evidence deserves attention first.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Manual triage can make it difficult to organize evidence quickly.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Some evidence may require urgent or specialized forensic examination.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challenge is to turn an evidence list into a clear, structured examination priority.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E"/>
                </a:solidFill>
                <a:latin typeface="Aptos Display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A Bob-powered AI evidence triage assistant for crime-scene investigators.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investigator provides a crime/evidence description.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system analyzes each evidence item and classifies its evidence type.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It assigns a forensic priority, recommends an examination, identifies urgency, and explains the reasoning.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final output is a ranked examination plan for FSL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496B-ECDD-91FD-5CBA-00BC71EC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DEMONSTRATION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023271-3E7A-5CC7-CE0F-30A1D8118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9270" y="1580535"/>
            <a:ext cx="787124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2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81FBC-C66F-B0D5-18FB-CE5AE6BCA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114300"/>
            <a:ext cx="1113994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0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5DB9A-0850-B450-24D8-228C7F99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74" y="114300"/>
            <a:ext cx="11041626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13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E"/>
                </a:solidFill>
                <a:latin typeface="Aptos Display"/>
              </a:defRPr>
            </a:pPr>
            <a: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6314E"/>
                </a:solidFill>
              </a:defRPr>
            </a:pPr>
            <a:r>
              <a:t>INVESTIGATOR INPUT</a:t>
            </a:r>
          </a:p>
        </p:txBody>
      </p:sp>
      <p:sp>
        <p:nvSpPr>
          <p:cNvPr id="6" name="Chevron 5"/>
          <p:cNvSpPr/>
          <p:nvPr/>
        </p:nvSpPr>
        <p:spPr>
          <a:xfrm>
            <a:off x="2578608" y="2560320"/>
            <a:ext cx="201168" cy="594360"/>
          </a:xfrm>
          <a:prstGeom prst="chevron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16352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6314E"/>
                </a:solidFill>
              </a:defRPr>
            </a:pPr>
            <a:r>
              <a:t>FASTAPI BACKEND</a:t>
            </a:r>
          </a:p>
        </p:txBody>
      </p:sp>
      <p:sp>
        <p:nvSpPr>
          <p:cNvPr id="8" name="Chevron 7"/>
          <p:cNvSpPr/>
          <p:nvPr/>
        </p:nvSpPr>
        <p:spPr>
          <a:xfrm>
            <a:off x="4892040" y="2560320"/>
            <a:ext cx="201168" cy="594360"/>
          </a:xfrm>
          <a:prstGeom prst="chevron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9784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6314E"/>
                </a:solidFill>
              </a:defRPr>
            </a:pPr>
            <a:r>
              <a:t>AI ANALYSIS</a:t>
            </a:r>
          </a:p>
        </p:txBody>
      </p:sp>
      <p:sp>
        <p:nvSpPr>
          <p:cNvPr id="10" name="Chevron 9"/>
          <p:cNvSpPr/>
          <p:nvPr/>
        </p:nvSpPr>
        <p:spPr>
          <a:xfrm>
            <a:off x="7205472" y="2560320"/>
            <a:ext cx="201168" cy="594360"/>
          </a:xfrm>
          <a:prstGeom prst="chevron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43216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6314E"/>
                </a:solidFill>
              </a:defRPr>
            </a:pPr>
            <a:r>
              <a:t>CLASSIFICATION + PRIORITY</a:t>
            </a:r>
          </a:p>
        </p:txBody>
      </p:sp>
      <p:sp>
        <p:nvSpPr>
          <p:cNvPr id="12" name="Chevron 11"/>
          <p:cNvSpPr/>
          <p:nvPr/>
        </p:nvSpPr>
        <p:spPr>
          <a:xfrm>
            <a:off x="9518904" y="2560320"/>
            <a:ext cx="201168" cy="594360"/>
          </a:xfrm>
          <a:prstGeom prst="chevron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6648" y="21488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6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16314E"/>
                </a:solidFill>
              </a:defRPr>
            </a:pPr>
            <a:r>
              <a:t>FSL EXAMINATION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A32"/>
                </a:solidFill>
              </a:defRPr>
            </a:pPr>
            <a:r>
              <a:t>Input → analysis → prioritization → recommended examination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E"/>
                </a:solidFill>
                <a:latin typeface="Aptos Display"/>
              </a:defRPr>
            </a:pPr>
            <a:r>
              <a:t>KEY FEATURES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Evidence classification — e.g., biological, digital, impression and physical evidence.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Priority assessment — highlights evidence requiring earlier attention.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Recommended forensic examination — suggests the relevant examination/testing type.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Urgency flag — identifies items that may need specialized or timely testing.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Ranked examination order — presents evidence in a structured sequence with reasons.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4297680"/>
            <a:ext cx="4069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6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14E"/>
                </a:solidFill>
              </a:defRPr>
            </a:pPr>
            <a:r>
              <a:t>Example output</a:t>
            </a:r>
          </a:p>
          <a:p>
            <a:pPr>
              <a:defRPr sz="1150">
                <a:solidFill>
                  <a:srgbClr val="232A32"/>
                </a:solidFill>
              </a:defRPr>
            </a:pPr>
            <a:r>
              <a:t>Blood-stained knife → Biological/physical</a:t>
            </a:r>
          </a:p>
          <a:p>
            <a:pPr>
              <a:defRPr sz="1150">
                <a:solidFill>
                  <a:srgbClr val="232A32"/>
                </a:solidFill>
              </a:defRPr>
            </a:pPr>
            <a:r>
              <a:t>Priority → High</a:t>
            </a:r>
          </a:p>
          <a:p>
            <a:pPr>
              <a:defRPr sz="1150">
                <a:solidFill>
                  <a:srgbClr val="232A32"/>
                </a:solidFill>
              </a:defRPr>
            </a:pPr>
            <a:r>
              <a:t>Examination → DNA/fingerprint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E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IBM Bob — AI-assisted development and project workflow.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Python — core backend programming language.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FastAPI — REST API/backend framework.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Pydantic — structured request/response data validation.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AI API integration — sends evidence descriptions for AI analysis.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Swagger/OpenAPI — used to test and demonstrate the backend endpoint.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E"/>
                </a:solidFill>
                <a:latin typeface="Aptos Display"/>
              </a:defRPr>
            </a:pPr>
            <a:r>
              <a:t>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Crime type: Murder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Evidence: blood-stained knife found near the victim, with possible fingerprints.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investigator submits the evidence description through the analysis endpoint.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AI returns a structured assessment: evidence category, priority, recommended examination, urgency and reasoning.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The result can then be presented as a prioritized examination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14E"/>
                </a:solidFill>
                <a:latin typeface="Aptos Display"/>
              </a:defRPr>
            </a:pPr>
            <a:r>
              <a:t>IMPACT,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355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8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Impact: helps organize large evidence sets into a clear triage workflow.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Transparency: each priority should be accompanied by an explanation.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Human-in-the-loop: the tool supports investigators; it does not replace forensic experts.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Future scope: investigator-friendly web UI, evidence history, report/PDF generation, stronger rule-based forensic validation, and secure integration with authorized forensic systems.</a:t>
            </a:r>
          </a:p>
          <a:p>
            <a:pPr>
              <a:spcAft>
                <a:spcPts val="13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t>•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486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DEMONSTRATION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ankitkumarv1608@outlook.com</cp:lastModifiedBy>
  <cp:revision>2</cp:revision>
  <dcterms:created xsi:type="dcterms:W3CDTF">2013-01-27T09:14:16Z</dcterms:created>
  <dcterms:modified xsi:type="dcterms:W3CDTF">2026-09-28T09:25:26Z</dcterms:modified>
  <cp:category/>
</cp:coreProperties>
</file>